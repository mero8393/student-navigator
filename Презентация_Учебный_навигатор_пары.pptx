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9728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навигатор пары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4871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приложение для группы ИСиП25-02П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5074920"/>
            <a:ext cx="10607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Зелин Александр Артурович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Преподаватель: Глухов С. Ю.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Красноярский колледж отраслевых технологий и предпринимательства</a:t>
            </a:r>
            <a:endParaRPr lang="en-US" sz="1700" dirty="0"/>
          </a:p>
        </p:txBody>
      </p:sp>
      <p:pic>
        <p:nvPicPr>
          <p:cNvPr id="5" name="Image 0" descr="/mnt/data/Учебный_навигатор_пары_проект/Макет_Учебный_навигатор_пары.png">    </p:cNvPr>
          <p:cNvPicPr>
            <a:picLocks noChangeAspect="1"/>
          </p:cNvPicPr>
          <p:nvPr/>
        </p:nvPicPr>
        <p:blipFill>
          <a:blip r:embed="rId1"/>
          <a:srcRect l="1691" r="1691" t="0" b="0"/>
          <a:stretch/>
        </p:blipFill>
        <p:spPr>
          <a:xfrm>
            <a:off x="6903720" y="1170432"/>
            <a:ext cx="438912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Одногруппникам приходится искать расписание, время пары и кабинет вручную.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неудобно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51206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расписание нужно открывать отдельно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кабинет приходится искать перед парой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непонятно, идёт ли сейчас пара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важные пометки легко пропустить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быть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55080" y="2496312"/>
            <a:ext cx="50292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один экран с текущей парой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кабинет и преподаватель сразу видны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показ следующей пары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список пар на день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отметки: экзамен, практика, физкультура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5623560"/>
            <a:ext cx="7863840" cy="347472"/>
          </a:xfrm>
          <a:prstGeom prst="rect">
            <a:avLst/>
          </a:prstGeom>
          <a:solidFill>
            <a:srgbClr val="EAF4FF"/>
          </a:solidFill>
          <a:ln>
            <a:solidFill>
              <a:srgbClr val="CFE4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цель: быстро понять, куда идти и что сейчас по расписанию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приложения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pic>
        <p:nvPicPr>
          <p:cNvPr id="4" name="Image 0" descr="/mnt/data/Учебный_навигатор_пары_проект/Макет_Учебный_навигатор_пары.png">    </p:cNvPr>
          <p:cNvPicPr>
            <a:picLocks noChangeAspect="1"/>
          </p:cNvPicPr>
          <p:nvPr/>
        </p:nvPicPr>
        <p:blipFill>
          <a:blip r:embed="rId1"/>
          <a:srcRect l="3955" r="3955" t="0" b="0"/>
          <a:stretch/>
        </p:blipFill>
        <p:spPr>
          <a:xfrm>
            <a:off x="640080" y="1143000"/>
            <a:ext cx="55778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1234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0" y="1673352"/>
            <a:ext cx="48463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«Учебный навигатор пары» — сайт, который автоматически определяет текущий день и время, а затем показывает актуальную пару или ближайшую следующую.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83680" y="3593592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сделано для студентов группы ИСиП25-02П. Его можно открыть на компьютере или телефоне.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0" y="5010912"/>
            <a:ext cx="4846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HTML-файл. Запускается в браузере без установки и без интернета.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пара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67335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Определяется по текущему времени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пара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167335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Показывается, если сейчас нет занятия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21040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дня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0" y="167335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уроков с временем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Отображается кабинет или место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3291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73075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Показывается ФИО преподавателя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3291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Пометки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373075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Экзамен, практика, физкультура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5760720"/>
            <a:ext cx="4389120" cy="347472"/>
          </a:xfrm>
          <a:prstGeom prst="rect">
            <a:avLst/>
          </a:prstGeom>
          <a:solidFill>
            <a:srgbClr val="EAF4FF"/>
          </a:solidFill>
          <a:ln>
            <a:solidFill>
              <a:srgbClr val="CFE4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группы уже внесено в приложение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4572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3736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Открыть HTML-файл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4572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Автоматически определить день и время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246120"/>
            <a:ext cx="4572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3246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Показать текущую или следующую пару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4160520"/>
            <a:ext cx="4572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4160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При необходимости выбрать день недели</a:t>
            </a:r>
            <a:endParaRPr lang="en-US" sz="1900" dirty="0"/>
          </a:p>
        </p:txBody>
      </p:sp>
      <p:pic>
        <p:nvPicPr>
          <p:cNvPr id="12" name="Image 0" descr="/mnt/data/Учебный_навигатор_пары_проект/Макет_Учебный_навигатор_пары.png">    </p:cNvPr>
          <p:cNvPicPr>
            <a:picLocks noChangeAspect="1"/>
          </p:cNvPicPr>
          <p:nvPr/>
        </p:nvPicPr>
        <p:blipFill>
          <a:blip r:embed="rId1"/>
          <a:srcRect l="14849" r="14849" t="0" b="0"/>
          <a:stretch/>
        </p:blipFill>
        <p:spPr>
          <a:xfrm>
            <a:off x="7680960" y="1325880"/>
            <a:ext cx="3749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 приложения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pic>
        <p:nvPicPr>
          <p:cNvPr id="4" name="Image 0" descr="/mnt/data/Учебный_навигатор_пары_проект/Макет_Учебный_навигатор_пары.png">    </p:cNvPr>
          <p:cNvPicPr>
            <a:picLocks noChangeAspect="1"/>
          </p:cNvPicPr>
          <p:nvPr/>
        </p:nvPicPr>
        <p:blipFill>
          <a:blip r:embed="rId1"/>
          <a:srcRect l="4990" r="4990" t="0" b="0"/>
          <a:stretch/>
        </p:blipFill>
        <p:spPr>
          <a:xfrm>
            <a:off x="640080" y="1051560"/>
            <a:ext cx="64008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438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зоны экрана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43800" y="1856232"/>
            <a:ext cx="39319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Название и группа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Карточка текущей пары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Карточка следующей пары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Кнопки дней недели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Расписание выбранного дня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Важные пометки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43800" y="5074920"/>
            <a:ext cx="3931920" cy="347472"/>
          </a:xfrm>
          <a:prstGeom prst="rect">
            <a:avLst/>
          </a:prstGeom>
          <a:solidFill>
            <a:srgbClr val="EAF4FF"/>
          </a:solidFill>
          <a:ln>
            <a:solidFill>
              <a:srgbClr val="CFE4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простой, чтобы быстро читать информацию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Идея и проблема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092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9 февраля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Дорожная карта и ТЗ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60920" y="1892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24 февраля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51176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5511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Макет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60920" y="2551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24 февраля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09544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2095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Базовая версия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25 марта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867912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8679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Финальная версия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13 апреля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4526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Тестирование и запуск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25 мая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184648"/>
            <a:ext cx="41148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7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1846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Защита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5184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F86"/>
                </a:solidFill>
              </a:rPr>
              <a:t>7 июня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46120" y="5989320"/>
            <a:ext cx="5669280" cy="347472"/>
          </a:xfrm>
          <a:prstGeom prst="rect">
            <a:avLst/>
          </a:prstGeom>
          <a:solidFill>
            <a:srgbClr val="EAF4FF"/>
          </a:solidFill>
          <a:ln>
            <a:solidFill>
              <a:srgbClr val="CFE4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основные материалы собраны в одном архиве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проекта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BBD7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получилось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51206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сайт для группы ИСиП25-02П. Он показывает текущую пару, следующую пару, кабинет, преподавателя и расписание дня.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913632"/>
            <a:ext cx="5120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Студенту не нужно каждый раз искать расписание. Достаточно открыть один HTML-файл и сразу увидеть актуальную учебную деятельность.</a:t>
            </a:r>
            <a:endParaRPr lang="en-US" sz="1500" dirty="0"/>
          </a:p>
        </p:txBody>
      </p:sp>
      <p:pic>
        <p:nvPicPr>
          <p:cNvPr id="8" name="Image 0" descr="/mnt/data/Учебный_навигатор_пары_проект/Макет_Учебный_навигатор_пары.png">    </p:cNvPr>
          <p:cNvPicPr>
            <a:picLocks noChangeAspect="1"/>
          </p:cNvPicPr>
          <p:nvPr/>
        </p:nvPicPr>
        <p:blipFill>
          <a:blip r:embed="rId1"/>
          <a:srcRect l="9239" r="9239" t="0" b="0"/>
          <a:stretch/>
        </p:blipFill>
        <p:spPr>
          <a:xfrm>
            <a:off x="6400800" y="1143000"/>
            <a:ext cx="493776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5897880"/>
            <a:ext cx="7772400" cy="347472"/>
          </a:xfrm>
          <a:prstGeom prst="rect">
            <a:avLst/>
          </a:prstGeom>
          <a:solidFill>
            <a:srgbClr val="EAF4FF"/>
          </a:solidFill>
          <a:ln>
            <a:solidFill>
              <a:srgbClr val="CFE4F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готов к использованию и дальнейшему развитию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ККОТиП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Учебный навигатор пары</dc:title>
  <dc:subject>Учебный навигатор пары</dc:subject>
  <dc:creator>Зелин Александр Артурович</dc:creator>
  <cp:lastModifiedBy>Зелин Александр Артурович</cp:lastModifiedBy>
  <cp:revision>1</cp:revision>
  <dcterms:created xsi:type="dcterms:W3CDTF">2026-06-10T16:11:52Z</dcterms:created>
  <dcterms:modified xsi:type="dcterms:W3CDTF">2026-06-10T16:11:52Z</dcterms:modified>
</cp:coreProperties>
</file>